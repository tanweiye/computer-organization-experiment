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54" y="-4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图形 7">
            <a:extLst>
              <a:ext uri="{FF2B5EF4-FFF2-40B4-BE49-F238E27FC236}">
                <a16:creationId xmlns:a16="http://schemas.microsoft.com/office/drawing/2014/main" id="{CDFF6E3A-A2F0-7BF6-F79D-5416CD20F7BC}"/>
              </a:ext>
            </a:extLst>
          </p:cNvPr>
          <p:cNvGrpSpPr/>
          <p:nvPr/>
        </p:nvGrpSpPr>
        <p:grpSpPr>
          <a:xfrm>
            <a:off x="-89277" y="1726601"/>
            <a:ext cx="9144000" cy="3165482"/>
            <a:chOff x="3263" y="1846258"/>
            <a:chExt cx="9144000" cy="3165482"/>
          </a:xfrm>
        </p:grpSpPr>
        <p:grpSp>
          <p:nvGrpSpPr>
            <p:cNvPr id="10" name="图形 7">
              <a:extLst>
                <a:ext uri="{FF2B5EF4-FFF2-40B4-BE49-F238E27FC236}">
                  <a16:creationId xmlns:a16="http://schemas.microsoft.com/office/drawing/2014/main" id="{1BECE81D-6AF1-3919-949B-6E04E9D0F1D2}"/>
                </a:ext>
              </a:extLst>
            </p:cNvPr>
            <p:cNvGrpSpPr/>
            <p:nvPr/>
          </p:nvGrpSpPr>
          <p:grpSpPr>
            <a:xfrm>
              <a:off x="1445678" y="2172596"/>
              <a:ext cx="1305353" cy="1892762"/>
              <a:chOff x="1445678" y="2172596"/>
              <a:chExt cx="1305353" cy="1892762"/>
            </a:xfrm>
            <a:solidFill>
              <a:srgbClr val="FFFFFF"/>
            </a:solidFill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C31960D-FBEE-9A7A-48D3-2BC5DA5F8A3F}"/>
                  </a:ext>
                </a:extLst>
              </p:cNvPr>
              <p:cNvSpPr/>
              <p:nvPr/>
            </p:nvSpPr>
            <p:spPr>
              <a:xfrm>
                <a:off x="1445678" y="2172596"/>
                <a:ext cx="1305353" cy="1892762"/>
              </a:xfrm>
              <a:prstGeom prst="rect">
                <a:avLst/>
              </a:prstGeom>
              <a:solidFill>
                <a:srgbClr val="FFFFFF"/>
              </a:solidFill>
              <a:ln w="6527" cap="flat">
                <a:solidFill>
                  <a:srgbClr val="000000"/>
                </a:solidFill>
                <a:prstDash val="solid"/>
                <a:miter/>
              </a:ln>
            </p:spPr>
          </p:sp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4CEA0703-7805-A398-1FC2-67BEAE15B8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48942" y="3024339"/>
                <a:ext cx="1292299" cy="208856"/>
              </a:xfrm>
              <a:custGeom>
                <a:avLst/>
                <a:gdLst>
                  <a:gd name="csX0" fmla="*/ 0 w 1292299"/>
                  <a:gd name="csY0" fmla="*/ 0 h 208856"/>
                  <a:gd name="csX1" fmla="*/ 1292300 w 1292299"/>
                  <a:gd name="csY1" fmla="*/ 0 h 208856"/>
                  <a:gd name="csX2" fmla="*/ 1292300 w 1292299"/>
                  <a:gd name="csY2" fmla="*/ 208857 h 208856"/>
                  <a:gd name="csX3" fmla="*/ 0 w 1292299"/>
                  <a:gd name="csY3" fmla="*/ 208857 h 2088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92299" h="208856">
                    <a:moveTo>
                      <a:pt x="0" y="0"/>
                    </a:moveTo>
                    <a:lnTo>
                      <a:pt x="1292300" y="0"/>
                    </a:lnTo>
                    <a:lnTo>
                      <a:pt x="1292300" y="208857"/>
                    </a:lnTo>
                    <a:lnTo>
                      <a:pt x="0" y="2088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3" name="图形 7">
              <a:extLst>
                <a:ext uri="{FF2B5EF4-FFF2-40B4-BE49-F238E27FC236}">
                  <a16:creationId xmlns:a16="http://schemas.microsoft.com/office/drawing/2014/main" id="{E252BD10-4B71-2020-8D1F-E896E7A77659}"/>
                </a:ext>
              </a:extLst>
            </p:cNvPr>
            <p:cNvGrpSpPr/>
            <p:nvPr/>
          </p:nvGrpSpPr>
          <p:grpSpPr>
            <a:xfrm>
              <a:off x="3795314" y="2890541"/>
              <a:ext cx="1044282" cy="652676"/>
              <a:chOff x="3795314" y="2890541"/>
              <a:chExt cx="1044282" cy="652676"/>
            </a:xfrm>
            <a:solidFill>
              <a:srgbClr val="FFFFFF"/>
            </a:solidFill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B94E2B7-EC16-ED4B-1B92-E7E9E9D32E1E}"/>
                  </a:ext>
                </a:extLst>
              </p:cNvPr>
              <p:cNvSpPr/>
              <p:nvPr/>
            </p:nvSpPr>
            <p:spPr>
              <a:xfrm>
                <a:off x="3795314" y="2890541"/>
                <a:ext cx="1044282" cy="652676"/>
              </a:xfrm>
              <a:prstGeom prst="rect">
                <a:avLst/>
              </a:prstGeom>
              <a:solidFill>
                <a:srgbClr val="FFFFFF"/>
              </a:solidFill>
              <a:ln w="6527" cap="flat">
                <a:solidFill>
                  <a:srgbClr val="000000"/>
                </a:solidFill>
                <a:prstDash val="solid"/>
                <a:miter/>
              </a:ln>
            </p:spPr>
          </p: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6A417CDA-066C-0E68-4300-E4503DE31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8578" y="3122241"/>
                <a:ext cx="1031229" cy="208856"/>
              </a:xfrm>
              <a:custGeom>
                <a:avLst/>
                <a:gdLst>
                  <a:gd name="csX0" fmla="*/ 0 w 1031229"/>
                  <a:gd name="csY0" fmla="*/ 0 h 208856"/>
                  <a:gd name="csX1" fmla="*/ 1031229 w 1031229"/>
                  <a:gd name="csY1" fmla="*/ 0 h 208856"/>
                  <a:gd name="csX2" fmla="*/ 1031229 w 1031229"/>
                  <a:gd name="csY2" fmla="*/ 208857 h 208856"/>
                  <a:gd name="csX3" fmla="*/ 0 w 1031229"/>
                  <a:gd name="csY3" fmla="*/ 208857 h 2088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31229" h="208856">
                    <a:moveTo>
                      <a:pt x="0" y="0"/>
                    </a:moveTo>
                    <a:lnTo>
                      <a:pt x="1031229" y="0"/>
                    </a:lnTo>
                    <a:lnTo>
                      <a:pt x="1031229" y="208857"/>
                    </a:lnTo>
                    <a:lnTo>
                      <a:pt x="0" y="2088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6" name="图形 7">
              <a:extLst>
                <a:ext uri="{FF2B5EF4-FFF2-40B4-BE49-F238E27FC236}">
                  <a16:creationId xmlns:a16="http://schemas.microsoft.com/office/drawing/2014/main" id="{FE0E097A-8221-1608-10B6-C5660A50469D}"/>
                </a:ext>
              </a:extLst>
            </p:cNvPr>
            <p:cNvGrpSpPr/>
            <p:nvPr/>
          </p:nvGrpSpPr>
          <p:grpSpPr>
            <a:xfrm>
              <a:off x="5753344" y="2825273"/>
              <a:ext cx="1305353" cy="783212"/>
              <a:chOff x="5753344" y="2825273"/>
              <a:chExt cx="1305353" cy="783212"/>
            </a:xfrm>
            <a:solidFill>
              <a:srgbClr val="FFFFFF"/>
            </a:solidFill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65E69A9-7188-40DB-186E-14E24660AB11}"/>
                  </a:ext>
                </a:extLst>
              </p:cNvPr>
              <p:cNvSpPr/>
              <p:nvPr/>
            </p:nvSpPr>
            <p:spPr>
              <a:xfrm>
                <a:off x="5753344" y="2825273"/>
                <a:ext cx="1305353" cy="783212"/>
              </a:xfrm>
              <a:prstGeom prst="rect">
                <a:avLst/>
              </a:prstGeom>
              <a:solidFill>
                <a:srgbClr val="FFFFFF"/>
              </a:solidFill>
              <a:ln w="6527" cap="flat">
                <a:solidFill>
                  <a:srgbClr val="000000"/>
                </a:solidFill>
                <a:prstDash val="solid"/>
                <a:miter/>
              </a:ln>
            </p:spPr>
          </p:sp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FDB571E3-2E08-34D1-E92B-1116D4ECB2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56608" y="3122241"/>
                <a:ext cx="1292299" cy="208856"/>
              </a:xfrm>
              <a:custGeom>
                <a:avLst/>
                <a:gdLst>
                  <a:gd name="csX0" fmla="*/ 0 w 1292299"/>
                  <a:gd name="csY0" fmla="*/ 0 h 208856"/>
                  <a:gd name="csX1" fmla="*/ 1292300 w 1292299"/>
                  <a:gd name="csY1" fmla="*/ 0 h 208856"/>
                  <a:gd name="csX2" fmla="*/ 1292300 w 1292299"/>
                  <a:gd name="csY2" fmla="*/ 208857 h 208856"/>
                  <a:gd name="csX3" fmla="*/ 0 w 1292299"/>
                  <a:gd name="csY3" fmla="*/ 208857 h 2088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92299" h="208856">
                    <a:moveTo>
                      <a:pt x="0" y="0"/>
                    </a:moveTo>
                    <a:lnTo>
                      <a:pt x="1292300" y="0"/>
                    </a:lnTo>
                    <a:lnTo>
                      <a:pt x="1292300" y="208857"/>
                    </a:lnTo>
                    <a:lnTo>
                      <a:pt x="0" y="2088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9" name="图形 7">
              <a:extLst>
                <a:ext uri="{FF2B5EF4-FFF2-40B4-BE49-F238E27FC236}">
                  <a16:creationId xmlns:a16="http://schemas.microsoft.com/office/drawing/2014/main" id="{AA57C60F-D51A-A586-83AE-F5EFECF8B502}"/>
                </a:ext>
              </a:extLst>
            </p:cNvPr>
            <p:cNvGrpSpPr/>
            <p:nvPr/>
          </p:nvGrpSpPr>
          <p:grpSpPr>
            <a:xfrm>
              <a:off x="7711374" y="2890541"/>
              <a:ext cx="783211" cy="652676"/>
              <a:chOff x="7711374" y="2890541"/>
              <a:chExt cx="783211" cy="652676"/>
            </a:xfrm>
            <a:solidFill>
              <a:srgbClr val="FFFFFF"/>
            </a:solidFill>
          </p:grpSpPr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AF52EC5D-DD1C-6EF1-F838-27228103918C}"/>
                  </a:ext>
                </a:extLst>
              </p:cNvPr>
              <p:cNvSpPr/>
              <p:nvPr/>
            </p:nvSpPr>
            <p:spPr>
              <a:xfrm rot="5400000">
                <a:off x="7776642" y="2825273"/>
                <a:ext cx="652676" cy="783212"/>
              </a:xfrm>
              <a:custGeom>
                <a:avLst/>
                <a:gdLst>
                  <a:gd name="csX0" fmla="*/ 1 w 652676"/>
                  <a:gd name="csY0" fmla="*/ 783213 h 783212"/>
                  <a:gd name="csX1" fmla="*/ 130536 w 652676"/>
                  <a:gd name="csY1" fmla="*/ 1 h 783212"/>
                  <a:gd name="csX2" fmla="*/ 522142 w 652676"/>
                  <a:gd name="csY2" fmla="*/ 1 h 783212"/>
                  <a:gd name="csX3" fmla="*/ 652677 w 652676"/>
                  <a:gd name="csY3" fmla="*/ 783213 h 7832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2676" h="783212">
                    <a:moveTo>
                      <a:pt x="1" y="783213"/>
                    </a:moveTo>
                    <a:lnTo>
                      <a:pt x="130536" y="1"/>
                    </a:lnTo>
                    <a:lnTo>
                      <a:pt x="522142" y="1"/>
                    </a:lnTo>
                    <a:lnTo>
                      <a:pt x="652677" y="783213"/>
                    </a:lnTo>
                    <a:close/>
                  </a:path>
                </a:pathLst>
              </a:custGeom>
              <a:solidFill>
                <a:srgbClr val="FFFFFF"/>
              </a:solidFill>
              <a:ln w="6527" cap="flat">
                <a:solidFill>
                  <a:srgbClr val="000000"/>
                </a:solidFill>
                <a:prstDash val="solid"/>
                <a:miter/>
              </a:ln>
            </p:spPr>
          </p:sp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400A04BD-3727-22BC-ECDA-827D4AC3BA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7766815" y="3109206"/>
                <a:ext cx="639623" cy="208856"/>
              </a:xfrm>
              <a:custGeom>
                <a:avLst/>
                <a:gdLst>
                  <a:gd name="csX0" fmla="*/ -2 w 639623"/>
                  <a:gd name="csY0" fmla="*/ -2 h 208856"/>
                  <a:gd name="csX1" fmla="*/ 639621 w 639623"/>
                  <a:gd name="csY1" fmla="*/ -2 h 208856"/>
                  <a:gd name="csX2" fmla="*/ 639621 w 639623"/>
                  <a:gd name="csY2" fmla="*/ 208855 h 208856"/>
                  <a:gd name="csX3" fmla="*/ -2 w 639623"/>
                  <a:gd name="csY3" fmla="*/ 208855 h 2088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9623" h="208856">
                    <a:moveTo>
                      <a:pt x="-2" y="-2"/>
                    </a:moveTo>
                    <a:lnTo>
                      <a:pt x="639621" y="-2"/>
                    </a:lnTo>
                    <a:lnTo>
                      <a:pt x="639621" y="208855"/>
                    </a:lnTo>
                    <a:lnTo>
                      <a:pt x="-2" y="20885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" name="图形 7">
              <a:extLst>
                <a:ext uri="{FF2B5EF4-FFF2-40B4-BE49-F238E27FC236}">
                  <a16:creationId xmlns:a16="http://schemas.microsoft.com/office/drawing/2014/main" id="{B305D5F4-E290-4BF1-F7BC-4A0F56C1A055}"/>
                </a:ext>
              </a:extLst>
            </p:cNvPr>
            <p:cNvGrpSpPr/>
            <p:nvPr/>
          </p:nvGrpSpPr>
          <p:grpSpPr>
            <a:xfrm>
              <a:off x="2914201" y="4359063"/>
              <a:ext cx="587408" cy="652676"/>
              <a:chOff x="2914201" y="4359063"/>
              <a:chExt cx="587408" cy="652676"/>
            </a:xfrm>
            <a:solidFill>
              <a:srgbClr val="FFFFFF"/>
            </a:solidFill>
          </p:grpSpPr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5D3291EC-C37C-B616-0A16-AAD7B79F4A7E}"/>
                  </a:ext>
                </a:extLst>
              </p:cNvPr>
              <p:cNvSpPr/>
              <p:nvPr/>
            </p:nvSpPr>
            <p:spPr>
              <a:xfrm rot="5400000">
                <a:off x="2881567" y="4391697"/>
                <a:ext cx="652676" cy="587409"/>
              </a:xfrm>
              <a:custGeom>
                <a:avLst/>
                <a:gdLst>
                  <a:gd name="csX0" fmla="*/ 1 w 652676"/>
                  <a:gd name="csY0" fmla="*/ 587410 h 587409"/>
                  <a:gd name="csX1" fmla="*/ 130536 w 652676"/>
                  <a:gd name="csY1" fmla="*/ 1 h 587409"/>
                  <a:gd name="csX2" fmla="*/ 522142 w 652676"/>
                  <a:gd name="csY2" fmla="*/ 1 h 587409"/>
                  <a:gd name="csX3" fmla="*/ 652677 w 652676"/>
                  <a:gd name="csY3" fmla="*/ 587410 h 5874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2676" h="587409">
                    <a:moveTo>
                      <a:pt x="1" y="587410"/>
                    </a:moveTo>
                    <a:lnTo>
                      <a:pt x="130536" y="1"/>
                    </a:lnTo>
                    <a:lnTo>
                      <a:pt x="522142" y="1"/>
                    </a:lnTo>
                    <a:lnTo>
                      <a:pt x="652677" y="587410"/>
                    </a:lnTo>
                    <a:close/>
                  </a:path>
                </a:pathLst>
              </a:custGeom>
              <a:solidFill>
                <a:srgbClr val="FFFFFF"/>
              </a:solidFill>
              <a:ln w="6527" cap="flat">
                <a:solidFill>
                  <a:srgbClr val="000000"/>
                </a:solidFill>
                <a:prstDash val="solid"/>
                <a:miter/>
              </a:ln>
            </p:spPr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D9AF9777-304A-3BF5-FF7E-2D809D6967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2871740" y="4577729"/>
                <a:ext cx="639623" cy="208856"/>
              </a:xfrm>
              <a:custGeom>
                <a:avLst/>
                <a:gdLst>
                  <a:gd name="csX0" fmla="*/ -2 w 639623"/>
                  <a:gd name="csY0" fmla="*/ -2 h 208856"/>
                  <a:gd name="csX1" fmla="*/ 639621 w 639623"/>
                  <a:gd name="csY1" fmla="*/ -2 h 208856"/>
                  <a:gd name="csX2" fmla="*/ 639621 w 639623"/>
                  <a:gd name="csY2" fmla="*/ 208855 h 208856"/>
                  <a:gd name="csX3" fmla="*/ -2 w 639623"/>
                  <a:gd name="csY3" fmla="*/ 208855 h 2088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39623" h="208856">
                    <a:moveTo>
                      <a:pt x="-2" y="-2"/>
                    </a:moveTo>
                    <a:lnTo>
                      <a:pt x="639621" y="-2"/>
                    </a:lnTo>
                    <a:lnTo>
                      <a:pt x="639621" y="208855"/>
                    </a:lnTo>
                    <a:lnTo>
                      <a:pt x="-2" y="208855"/>
                    </a:lnTo>
                    <a:close/>
                  </a:path>
                </a:pathLst>
              </a:custGeom>
            </p:spPr>
          </p:pic>
        </p:grp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2865E72-52CB-7778-3C94-D4787C1720A3}"/>
                </a:ext>
              </a:extLst>
            </p:cNvPr>
            <p:cNvSpPr/>
            <p:nvPr/>
          </p:nvSpPr>
          <p:spPr>
            <a:xfrm>
              <a:off x="2751032" y="3086344"/>
              <a:ext cx="1046371" cy="3916"/>
            </a:xfrm>
            <a:custGeom>
              <a:avLst/>
              <a:gdLst>
                <a:gd name="csX0" fmla="*/ 1 w 1046371"/>
                <a:gd name="csY0" fmla="*/ 1 h 3916"/>
                <a:gd name="csX1" fmla="*/ 523186 w 1046371"/>
                <a:gd name="csY1" fmla="*/ 1 h 3916"/>
                <a:gd name="csX2" fmla="*/ 1046372 w 1046371"/>
                <a:gd name="csY2" fmla="*/ 3917 h 3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46371" h="3916">
                  <a:moveTo>
                    <a:pt x="1" y="1"/>
                  </a:moveTo>
                  <a:lnTo>
                    <a:pt x="523186" y="1"/>
                  </a:lnTo>
                  <a:lnTo>
                    <a:pt x="1046372" y="3917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FB91A126-3FC4-3325-2844-5ED0C3CDA49E}"/>
                </a:ext>
              </a:extLst>
            </p:cNvPr>
            <p:cNvSpPr/>
            <p:nvPr/>
          </p:nvSpPr>
          <p:spPr>
            <a:xfrm>
              <a:off x="2751032" y="3706387"/>
              <a:ext cx="163169" cy="979015"/>
            </a:xfrm>
            <a:custGeom>
              <a:avLst/>
              <a:gdLst>
                <a:gd name="csX0" fmla="*/ 1 w 163169"/>
                <a:gd name="csY0" fmla="*/ 1 h 979015"/>
                <a:gd name="csX1" fmla="*/ 82042 w 163169"/>
                <a:gd name="csY1" fmla="*/ 1 h 979015"/>
                <a:gd name="csX2" fmla="*/ 82042 w 163169"/>
                <a:gd name="csY2" fmla="*/ 979016 h 979015"/>
                <a:gd name="csX3" fmla="*/ 163170 w 163169"/>
                <a:gd name="csY3" fmla="*/ 979016 h 979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3169" h="979015">
                  <a:moveTo>
                    <a:pt x="1" y="1"/>
                  </a:moveTo>
                  <a:lnTo>
                    <a:pt x="82042" y="1"/>
                  </a:lnTo>
                  <a:lnTo>
                    <a:pt x="82042" y="979016"/>
                  </a:lnTo>
                  <a:lnTo>
                    <a:pt x="163170" y="979016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EED19140-2A3B-2C17-957D-D190326E65B3}"/>
                </a:ext>
              </a:extLst>
            </p:cNvPr>
            <p:cNvSpPr/>
            <p:nvPr/>
          </p:nvSpPr>
          <p:spPr>
            <a:xfrm>
              <a:off x="3501610" y="3380048"/>
              <a:ext cx="293704" cy="1305353"/>
            </a:xfrm>
            <a:custGeom>
              <a:avLst/>
              <a:gdLst>
                <a:gd name="csX0" fmla="*/ 1 w 293704"/>
                <a:gd name="csY0" fmla="*/ 1305354 h 1305353"/>
                <a:gd name="csX1" fmla="*/ 146396 w 293704"/>
                <a:gd name="csY1" fmla="*/ 1305354 h 1305353"/>
                <a:gd name="csX2" fmla="*/ 146396 w 293704"/>
                <a:gd name="csY2" fmla="*/ 1 h 1305353"/>
                <a:gd name="csX3" fmla="*/ 293705 w 293704"/>
                <a:gd name="csY3" fmla="*/ 1 h 13053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3704" h="1305353">
                  <a:moveTo>
                    <a:pt x="1" y="1305354"/>
                  </a:moveTo>
                  <a:lnTo>
                    <a:pt x="146396" y="1305354"/>
                  </a:lnTo>
                  <a:lnTo>
                    <a:pt x="146396" y="1"/>
                  </a:lnTo>
                  <a:lnTo>
                    <a:pt x="293705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E6C0633B-4D35-D78B-90BD-E63473CD5881}"/>
                </a:ext>
              </a:extLst>
            </p:cNvPr>
            <p:cNvSpPr/>
            <p:nvPr/>
          </p:nvSpPr>
          <p:spPr>
            <a:xfrm>
              <a:off x="4839597" y="3216879"/>
              <a:ext cx="913747" cy="6526"/>
            </a:xfrm>
            <a:custGeom>
              <a:avLst/>
              <a:gdLst>
                <a:gd name="csX0" fmla="*/ 1 w 913747"/>
                <a:gd name="csY0" fmla="*/ 1 h 6526"/>
                <a:gd name="csX1" fmla="*/ 913748 w 913747"/>
                <a:gd name="csY1" fmla="*/ 1 h 6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13747" h="6526">
                  <a:moveTo>
                    <a:pt x="1" y="1"/>
                  </a:moveTo>
                  <a:lnTo>
                    <a:pt x="913748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661EDEED-7A0A-BA42-3B4D-3CCB0A59294B}"/>
                </a:ext>
              </a:extLst>
            </p:cNvPr>
            <p:cNvSpPr/>
            <p:nvPr/>
          </p:nvSpPr>
          <p:spPr>
            <a:xfrm>
              <a:off x="7058698" y="3216879"/>
              <a:ext cx="652676" cy="6526"/>
            </a:xfrm>
            <a:custGeom>
              <a:avLst/>
              <a:gdLst>
                <a:gd name="csX0" fmla="*/ 1 w 652676"/>
                <a:gd name="csY0" fmla="*/ 1 h 6526"/>
                <a:gd name="csX1" fmla="*/ 652677 w 652676"/>
                <a:gd name="csY1" fmla="*/ 1 h 6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2676" h="6526">
                  <a:moveTo>
                    <a:pt x="1" y="1"/>
                  </a:moveTo>
                  <a:lnTo>
                    <a:pt x="652677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BAC6C4AB-6EA3-3494-A472-AC9753F3852D}"/>
                </a:ext>
              </a:extLst>
            </p:cNvPr>
            <p:cNvSpPr/>
            <p:nvPr/>
          </p:nvSpPr>
          <p:spPr>
            <a:xfrm>
              <a:off x="2098355" y="1846258"/>
              <a:ext cx="6918372" cy="1370621"/>
            </a:xfrm>
            <a:custGeom>
              <a:avLst/>
              <a:gdLst>
                <a:gd name="csX0" fmla="*/ 6396232 w 6918372"/>
                <a:gd name="csY0" fmla="*/ 1370622 h 1370621"/>
                <a:gd name="csX1" fmla="*/ 6918373 w 6918372"/>
                <a:gd name="csY1" fmla="*/ 1370622 h 1370621"/>
                <a:gd name="csX2" fmla="*/ 6918373 w 6918372"/>
                <a:gd name="csY2" fmla="*/ 1 h 1370621"/>
                <a:gd name="csX3" fmla="*/ 1 w 6918372"/>
                <a:gd name="csY3" fmla="*/ 1 h 1370621"/>
                <a:gd name="csX4" fmla="*/ 1 w 6918372"/>
                <a:gd name="csY4" fmla="*/ 326339 h 1370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8372" h="1370621">
                  <a:moveTo>
                    <a:pt x="6396232" y="1370622"/>
                  </a:moveTo>
                  <a:lnTo>
                    <a:pt x="6918373" y="1370622"/>
                  </a:lnTo>
                  <a:lnTo>
                    <a:pt x="6918373" y="1"/>
                  </a:lnTo>
                  <a:lnTo>
                    <a:pt x="1" y="1"/>
                  </a:lnTo>
                  <a:lnTo>
                    <a:pt x="1" y="326339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31" name="图形 7">
              <a:extLst>
                <a:ext uri="{FF2B5EF4-FFF2-40B4-BE49-F238E27FC236}">
                  <a16:creationId xmlns:a16="http://schemas.microsoft.com/office/drawing/2014/main" id="{BA01AF04-4BCE-F66F-7737-1A2813570C42}"/>
                </a:ext>
              </a:extLst>
            </p:cNvPr>
            <p:cNvGrpSpPr/>
            <p:nvPr/>
          </p:nvGrpSpPr>
          <p:grpSpPr>
            <a:xfrm>
              <a:off x="1445678" y="4783303"/>
              <a:ext cx="652676" cy="130535"/>
              <a:chOff x="1445678" y="4783303"/>
              <a:chExt cx="652676" cy="130535"/>
            </a:xfrm>
            <a:noFill/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8FF7172-6014-6FF2-D290-352EAD6EE640}"/>
                  </a:ext>
                </a:extLst>
              </p:cNvPr>
              <p:cNvSpPr/>
              <p:nvPr/>
            </p:nvSpPr>
            <p:spPr>
              <a:xfrm>
                <a:off x="1445678" y="4783303"/>
                <a:ext cx="652676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FA74FF06-CECD-1848-7E99-B40633D3EB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6119" y="4802884"/>
                <a:ext cx="345918" cy="110955"/>
              </a:xfrm>
              <a:custGeom>
                <a:avLst/>
                <a:gdLst>
                  <a:gd name="csX0" fmla="*/ 0 w 345918"/>
                  <a:gd name="csY0" fmla="*/ 0 h 110955"/>
                  <a:gd name="csX1" fmla="*/ 345919 w 345918"/>
                  <a:gd name="csY1" fmla="*/ 0 h 110955"/>
                  <a:gd name="csX2" fmla="*/ 345919 w 345918"/>
                  <a:gd name="csY2" fmla="*/ 110955 h 110955"/>
                  <a:gd name="csX3" fmla="*/ 0 w 345918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5918" h="110955">
                    <a:moveTo>
                      <a:pt x="0" y="0"/>
                    </a:moveTo>
                    <a:lnTo>
                      <a:pt x="345919" y="0"/>
                    </a:lnTo>
                    <a:lnTo>
                      <a:pt x="345919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A3014C8A-AB60-0037-CBA2-597F28C3E686}"/>
                </a:ext>
              </a:extLst>
            </p:cNvPr>
            <p:cNvSpPr/>
            <p:nvPr/>
          </p:nvSpPr>
          <p:spPr>
            <a:xfrm>
              <a:off x="2098355" y="4848571"/>
              <a:ext cx="815845" cy="6526"/>
            </a:xfrm>
            <a:custGeom>
              <a:avLst/>
              <a:gdLst>
                <a:gd name="csX0" fmla="*/ 1 w 815845"/>
                <a:gd name="csY0" fmla="*/ 1 h 6526"/>
                <a:gd name="csX1" fmla="*/ 815846 w 815845"/>
                <a:gd name="csY1" fmla="*/ 1 h 6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15845" h="6526">
                  <a:moveTo>
                    <a:pt x="1" y="1"/>
                  </a:moveTo>
                  <a:lnTo>
                    <a:pt x="815846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35" name="图形 7">
              <a:extLst>
                <a:ext uri="{FF2B5EF4-FFF2-40B4-BE49-F238E27FC236}">
                  <a16:creationId xmlns:a16="http://schemas.microsoft.com/office/drawing/2014/main" id="{AE52035C-3268-BC7A-6673-F3195CA7D662}"/>
                </a:ext>
              </a:extLst>
            </p:cNvPr>
            <p:cNvGrpSpPr/>
            <p:nvPr/>
          </p:nvGrpSpPr>
          <p:grpSpPr>
            <a:xfrm>
              <a:off x="2881567" y="4000091"/>
              <a:ext cx="717944" cy="130535"/>
              <a:chOff x="2881567" y="4000091"/>
              <a:chExt cx="717944" cy="130535"/>
            </a:xfrm>
            <a:noFill/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C68B04F9-0691-4638-5A67-7FE60D001FAB}"/>
                  </a:ext>
                </a:extLst>
              </p:cNvPr>
              <p:cNvSpPr/>
              <p:nvPr/>
            </p:nvSpPr>
            <p:spPr>
              <a:xfrm>
                <a:off x="2881567" y="4000091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534CA0C1-5365-DD18-061D-0D882FA4E6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15366" y="4019671"/>
                <a:ext cx="443820" cy="110955"/>
              </a:xfrm>
              <a:custGeom>
                <a:avLst/>
                <a:gdLst>
                  <a:gd name="csX0" fmla="*/ 0 w 443820"/>
                  <a:gd name="csY0" fmla="*/ 0 h 110955"/>
                  <a:gd name="csX1" fmla="*/ 443820 w 443820"/>
                  <a:gd name="csY1" fmla="*/ 0 h 110955"/>
                  <a:gd name="csX2" fmla="*/ 443820 w 443820"/>
                  <a:gd name="csY2" fmla="*/ 110955 h 110955"/>
                  <a:gd name="csX3" fmla="*/ 0 w 443820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43820" h="110955">
                    <a:moveTo>
                      <a:pt x="0" y="0"/>
                    </a:moveTo>
                    <a:lnTo>
                      <a:pt x="443820" y="0"/>
                    </a:lnTo>
                    <a:lnTo>
                      <a:pt x="443820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FF95CF2B-B236-0F7E-ED44-0C54B0FBFC5D}"/>
                </a:ext>
              </a:extLst>
            </p:cNvPr>
            <p:cNvSpPr/>
            <p:nvPr/>
          </p:nvSpPr>
          <p:spPr>
            <a:xfrm>
              <a:off x="3237863" y="4130627"/>
              <a:ext cx="2675" cy="328949"/>
            </a:xfrm>
            <a:custGeom>
              <a:avLst/>
              <a:gdLst>
                <a:gd name="csX0" fmla="*/ 2676 w 2675"/>
                <a:gd name="csY0" fmla="*/ 1 h 328949"/>
                <a:gd name="csX1" fmla="*/ 2676 w 2675"/>
                <a:gd name="csY1" fmla="*/ 164475 h 328949"/>
                <a:gd name="csX2" fmla="*/ 1 w 2675"/>
                <a:gd name="csY2" fmla="*/ 328950 h 3289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75" h="328949">
                  <a:moveTo>
                    <a:pt x="2676" y="1"/>
                  </a:moveTo>
                  <a:lnTo>
                    <a:pt x="2676" y="164475"/>
                  </a:lnTo>
                  <a:lnTo>
                    <a:pt x="1" y="328950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39" name="图形 7">
              <a:extLst>
                <a:ext uri="{FF2B5EF4-FFF2-40B4-BE49-F238E27FC236}">
                  <a16:creationId xmlns:a16="http://schemas.microsoft.com/office/drawing/2014/main" id="{3176B4C7-5F09-C308-3238-D3FE7AC1A47D}"/>
                </a:ext>
              </a:extLst>
            </p:cNvPr>
            <p:cNvGrpSpPr/>
            <p:nvPr/>
          </p:nvGrpSpPr>
          <p:grpSpPr>
            <a:xfrm>
              <a:off x="7744008" y="2237864"/>
              <a:ext cx="717944" cy="130535"/>
              <a:chOff x="7744008" y="2237864"/>
              <a:chExt cx="717944" cy="130535"/>
            </a:xfrm>
            <a:noFill/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73043D62-9866-A965-A98F-3546D318D996}"/>
                  </a:ext>
                </a:extLst>
              </p:cNvPr>
              <p:cNvSpPr/>
              <p:nvPr/>
            </p:nvSpPr>
            <p:spPr>
              <a:xfrm>
                <a:off x="7744008" y="2237864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8DECEFB2-CA95-D8EB-B9B1-D145693D4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81070" y="2257444"/>
                <a:ext cx="437293" cy="110955"/>
              </a:xfrm>
              <a:custGeom>
                <a:avLst/>
                <a:gdLst>
                  <a:gd name="csX0" fmla="*/ 0 w 437293"/>
                  <a:gd name="csY0" fmla="*/ 0 h 110955"/>
                  <a:gd name="csX1" fmla="*/ 437293 w 437293"/>
                  <a:gd name="csY1" fmla="*/ 0 h 110955"/>
                  <a:gd name="csX2" fmla="*/ 437293 w 437293"/>
                  <a:gd name="csY2" fmla="*/ 110955 h 110955"/>
                  <a:gd name="csX3" fmla="*/ 0 w 437293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37293" h="110955">
                    <a:moveTo>
                      <a:pt x="0" y="0"/>
                    </a:moveTo>
                    <a:lnTo>
                      <a:pt x="437293" y="0"/>
                    </a:lnTo>
                    <a:lnTo>
                      <a:pt x="437293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F1DA2CC6-AE15-4927-08C8-83556C0BA038}"/>
                </a:ext>
              </a:extLst>
            </p:cNvPr>
            <p:cNvSpPr/>
            <p:nvPr/>
          </p:nvSpPr>
          <p:spPr>
            <a:xfrm>
              <a:off x="8102980" y="2368399"/>
              <a:ext cx="6526" cy="595241"/>
            </a:xfrm>
            <a:custGeom>
              <a:avLst/>
              <a:gdLst>
                <a:gd name="csX0" fmla="*/ 1 w 6526"/>
                <a:gd name="csY0" fmla="*/ 1 h 595241"/>
                <a:gd name="csX1" fmla="*/ 1 w 6526"/>
                <a:gd name="csY1" fmla="*/ 595242 h 595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26" h="595241">
                  <a:moveTo>
                    <a:pt x="1" y="1"/>
                  </a:moveTo>
                  <a:lnTo>
                    <a:pt x="1" y="595242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43" name="图形 7">
              <a:extLst>
                <a:ext uri="{FF2B5EF4-FFF2-40B4-BE49-F238E27FC236}">
                  <a16:creationId xmlns:a16="http://schemas.microsoft.com/office/drawing/2014/main" id="{CA7C4A71-6B78-2825-452C-292D9DA27036}"/>
                </a:ext>
              </a:extLst>
            </p:cNvPr>
            <p:cNvGrpSpPr/>
            <p:nvPr/>
          </p:nvGrpSpPr>
          <p:grpSpPr>
            <a:xfrm>
              <a:off x="2359426" y="3053710"/>
              <a:ext cx="391605" cy="130535"/>
              <a:chOff x="2359426" y="3053710"/>
              <a:chExt cx="391605" cy="130535"/>
            </a:xfrm>
            <a:noFill/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A1F5F03F-D898-B56A-A702-648829A3B128}"/>
                  </a:ext>
                </a:extLst>
              </p:cNvPr>
              <p:cNvSpPr/>
              <p:nvPr/>
            </p:nvSpPr>
            <p:spPr>
              <a:xfrm>
                <a:off x="2359426" y="3053710"/>
                <a:ext cx="391605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43915CE6-9532-73CA-6692-22BAE8B64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57327" y="3073290"/>
                <a:ext cx="189276" cy="110955"/>
              </a:xfrm>
              <a:custGeom>
                <a:avLst/>
                <a:gdLst>
                  <a:gd name="csX0" fmla="*/ 0 w 189276"/>
                  <a:gd name="csY0" fmla="*/ 0 h 110955"/>
                  <a:gd name="csX1" fmla="*/ 189276 w 189276"/>
                  <a:gd name="csY1" fmla="*/ 0 h 110955"/>
                  <a:gd name="csX2" fmla="*/ 189276 w 189276"/>
                  <a:gd name="csY2" fmla="*/ 110955 h 110955"/>
                  <a:gd name="csX3" fmla="*/ 0 w 189276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9276" h="110955">
                    <a:moveTo>
                      <a:pt x="0" y="0"/>
                    </a:moveTo>
                    <a:lnTo>
                      <a:pt x="189276" y="0"/>
                    </a:lnTo>
                    <a:lnTo>
                      <a:pt x="189276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6" name="图形 7">
              <a:extLst>
                <a:ext uri="{FF2B5EF4-FFF2-40B4-BE49-F238E27FC236}">
                  <a16:creationId xmlns:a16="http://schemas.microsoft.com/office/drawing/2014/main" id="{BEFD73EC-5228-5F95-3196-495D0AA545AF}"/>
                </a:ext>
              </a:extLst>
            </p:cNvPr>
            <p:cNvGrpSpPr/>
            <p:nvPr/>
          </p:nvGrpSpPr>
          <p:grpSpPr>
            <a:xfrm>
              <a:off x="2359426" y="3608485"/>
              <a:ext cx="391605" cy="130535"/>
              <a:chOff x="2359426" y="3608485"/>
              <a:chExt cx="391605" cy="130535"/>
            </a:xfrm>
            <a:noFill/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8117D269-3866-FDA2-7317-C11AEFE4F51C}"/>
                  </a:ext>
                </a:extLst>
              </p:cNvPr>
              <p:cNvSpPr/>
              <p:nvPr/>
            </p:nvSpPr>
            <p:spPr>
              <a:xfrm>
                <a:off x="2359426" y="3608485"/>
                <a:ext cx="391605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5885374A-EDAA-1816-B343-E09FD1FDD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57327" y="3628065"/>
                <a:ext cx="189276" cy="110955"/>
              </a:xfrm>
              <a:custGeom>
                <a:avLst/>
                <a:gdLst>
                  <a:gd name="csX0" fmla="*/ 0 w 189276"/>
                  <a:gd name="csY0" fmla="*/ 0 h 110955"/>
                  <a:gd name="csX1" fmla="*/ 189276 w 189276"/>
                  <a:gd name="csY1" fmla="*/ 0 h 110955"/>
                  <a:gd name="csX2" fmla="*/ 189276 w 189276"/>
                  <a:gd name="csY2" fmla="*/ 110955 h 110955"/>
                  <a:gd name="csX3" fmla="*/ 0 w 189276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9276" h="110955">
                    <a:moveTo>
                      <a:pt x="0" y="0"/>
                    </a:moveTo>
                    <a:lnTo>
                      <a:pt x="189276" y="0"/>
                    </a:lnTo>
                    <a:lnTo>
                      <a:pt x="189276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49" name="图形 7">
              <a:extLst>
                <a:ext uri="{FF2B5EF4-FFF2-40B4-BE49-F238E27FC236}">
                  <a16:creationId xmlns:a16="http://schemas.microsoft.com/office/drawing/2014/main" id="{1FF0BDD1-3F7B-2FED-E68B-353F17FFD5D6}"/>
                </a:ext>
              </a:extLst>
            </p:cNvPr>
            <p:cNvGrpSpPr/>
            <p:nvPr/>
          </p:nvGrpSpPr>
          <p:grpSpPr>
            <a:xfrm>
              <a:off x="75057" y="2498935"/>
              <a:ext cx="717944" cy="130535"/>
              <a:chOff x="75057" y="2498935"/>
              <a:chExt cx="717944" cy="130535"/>
            </a:xfrm>
            <a:noFill/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43EB38A-43AB-E321-C1F3-6E31766843EC}"/>
                  </a:ext>
                </a:extLst>
              </p:cNvPr>
              <p:cNvSpPr/>
              <p:nvPr/>
            </p:nvSpPr>
            <p:spPr>
              <a:xfrm>
                <a:off x="75057" y="2498935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201660E0-E1B2-EB37-04E0-7B68844BE3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5614" y="2518515"/>
                <a:ext cx="261070" cy="110955"/>
              </a:xfrm>
              <a:custGeom>
                <a:avLst/>
                <a:gdLst>
                  <a:gd name="csX0" fmla="*/ 0 w 261070"/>
                  <a:gd name="csY0" fmla="*/ 0 h 110955"/>
                  <a:gd name="csX1" fmla="*/ 261071 w 261070"/>
                  <a:gd name="csY1" fmla="*/ 0 h 110955"/>
                  <a:gd name="csX2" fmla="*/ 261071 w 261070"/>
                  <a:gd name="csY2" fmla="*/ 110955 h 110955"/>
                  <a:gd name="csX3" fmla="*/ 0 w 261070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1070" h="110955">
                    <a:moveTo>
                      <a:pt x="0" y="0"/>
                    </a:moveTo>
                    <a:lnTo>
                      <a:pt x="261071" y="0"/>
                    </a:lnTo>
                    <a:lnTo>
                      <a:pt x="261071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52" name="图形 7">
              <a:extLst>
                <a:ext uri="{FF2B5EF4-FFF2-40B4-BE49-F238E27FC236}">
                  <a16:creationId xmlns:a16="http://schemas.microsoft.com/office/drawing/2014/main" id="{8F6B0C73-E95C-022A-2FC7-C258199BC282}"/>
                </a:ext>
              </a:extLst>
            </p:cNvPr>
            <p:cNvGrpSpPr/>
            <p:nvPr/>
          </p:nvGrpSpPr>
          <p:grpSpPr>
            <a:xfrm>
              <a:off x="75057" y="2694738"/>
              <a:ext cx="717944" cy="130535"/>
              <a:chOff x="75057" y="2694738"/>
              <a:chExt cx="717944" cy="130535"/>
            </a:xfrm>
            <a:noFill/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7EAD013B-A1F9-471A-EEB2-71822AE942E5}"/>
                  </a:ext>
                </a:extLst>
              </p:cNvPr>
              <p:cNvSpPr/>
              <p:nvPr/>
            </p:nvSpPr>
            <p:spPr>
              <a:xfrm>
                <a:off x="75057" y="2694738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54" name="图片 53">
                <a:extLst>
                  <a:ext uri="{FF2B5EF4-FFF2-40B4-BE49-F238E27FC236}">
                    <a16:creationId xmlns:a16="http://schemas.microsoft.com/office/drawing/2014/main" id="{6B9FDA77-CEF7-D027-61A0-4845D45D75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5614" y="2714318"/>
                <a:ext cx="261070" cy="110955"/>
              </a:xfrm>
              <a:custGeom>
                <a:avLst/>
                <a:gdLst>
                  <a:gd name="csX0" fmla="*/ 0 w 261070"/>
                  <a:gd name="csY0" fmla="*/ 0 h 110955"/>
                  <a:gd name="csX1" fmla="*/ 261071 w 261070"/>
                  <a:gd name="csY1" fmla="*/ 0 h 110955"/>
                  <a:gd name="csX2" fmla="*/ 261071 w 261070"/>
                  <a:gd name="csY2" fmla="*/ 110955 h 110955"/>
                  <a:gd name="csX3" fmla="*/ 0 w 261070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1070" h="110955">
                    <a:moveTo>
                      <a:pt x="0" y="0"/>
                    </a:moveTo>
                    <a:lnTo>
                      <a:pt x="261071" y="0"/>
                    </a:lnTo>
                    <a:lnTo>
                      <a:pt x="261071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55" name="图形 7">
              <a:extLst>
                <a:ext uri="{FF2B5EF4-FFF2-40B4-BE49-F238E27FC236}">
                  <a16:creationId xmlns:a16="http://schemas.microsoft.com/office/drawing/2014/main" id="{396AE3C7-931B-ADA3-EB9C-E32DAD84C47A}"/>
                </a:ext>
              </a:extLst>
            </p:cNvPr>
            <p:cNvGrpSpPr/>
            <p:nvPr/>
          </p:nvGrpSpPr>
          <p:grpSpPr>
            <a:xfrm>
              <a:off x="75057" y="2890541"/>
              <a:ext cx="717944" cy="130535"/>
              <a:chOff x="75057" y="2890541"/>
              <a:chExt cx="717944" cy="130535"/>
            </a:xfrm>
            <a:noFill/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4578187E-7966-7F4A-4FF6-84862038CFCB}"/>
                  </a:ext>
                </a:extLst>
              </p:cNvPr>
              <p:cNvSpPr/>
              <p:nvPr/>
            </p:nvSpPr>
            <p:spPr>
              <a:xfrm>
                <a:off x="75057" y="2890541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972DA322-62DF-FCCB-1342-0371B3B333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4775" y="2910121"/>
                <a:ext cx="221910" cy="110955"/>
              </a:xfrm>
              <a:custGeom>
                <a:avLst/>
                <a:gdLst>
                  <a:gd name="csX0" fmla="*/ 0 w 221910"/>
                  <a:gd name="csY0" fmla="*/ 0 h 110955"/>
                  <a:gd name="csX1" fmla="*/ 221910 w 221910"/>
                  <a:gd name="csY1" fmla="*/ 0 h 110955"/>
                  <a:gd name="csX2" fmla="*/ 221910 w 221910"/>
                  <a:gd name="csY2" fmla="*/ 110955 h 110955"/>
                  <a:gd name="csX3" fmla="*/ 0 w 221910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1910" h="110955">
                    <a:moveTo>
                      <a:pt x="0" y="0"/>
                    </a:moveTo>
                    <a:lnTo>
                      <a:pt x="221910" y="0"/>
                    </a:lnTo>
                    <a:lnTo>
                      <a:pt x="221910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58" name="图形 7">
              <a:extLst>
                <a:ext uri="{FF2B5EF4-FFF2-40B4-BE49-F238E27FC236}">
                  <a16:creationId xmlns:a16="http://schemas.microsoft.com/office/drawing/2014/main" id="{B4A1B8C3-208C-C320-5D01-A182549A6A22}"/>
                </a:ext>
              </a:extLst>
            </p:cNvPr>
            <p:cNvGrpSpPr/>
            <p:nvPr/>
          </p:nvGrpSpPr>
          <p:grpSpPr>
            <a:xfrm>
              <a:off x="3263" y="3562798"/>
              <a:ext cx="717944" cy="130535"/>
              <a:chOff x="3263" y="3562798"/>
              <a:chExt cx="717944" cy="130535"/>
            </a:xfrm>
            <a:noFill/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43A55A46-821F-970B-2015-AA7511BFEF88}"/>
                  </a:ext>
                </a:extLst>
              </p:cNvPr>
              <p:cNvSpPr/>
              <p:nvPr/>
            </p:nvSpPr>
            <p:spPr>
              <a:xfrm>
                <a:off x="3263" y="3562798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60" name="图片 59">
                <a:extLst>
                  <a:ext uri="{FF2B5EF4-FFF2-40B4-BE49-F238E27FC236}">
                    <a16:creationId xmlns:a16="http://schemas.microsoft.com/office/drawing/2014/main" id="{36B0AD40-A021-E0B5-1C15-95C76DF9CC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0346" y="3582378"/>
                <a:ext cx="254543" cy="110955"/>
              </a:xfrm>
              <a:custGeom>
                <a:avLst/>
                <a:gdLst>
                  <a:gd name="csX0" fmla="*/ 0 w 254543"/>
                  <a:gd name="csY0" fmla="*/ 0 h 110955"/>
                  <a:gd name="csX1" fmla="*/ 254544 w 254543"/>
                  <a:gd name="csY1" fmla="*/ 0 h 110955"/>
                  <a:gd name="csX2" fmla="*/ 254544 w 254543"/>
                  <a:gd name="csY2" fmla="*/ 110955 h 110955"/>
                  <a:gd name="csX3" fmla="*/ 0 w 254543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4543" h="110955">
                    <a:moveTo>
                      <a:pt x="0" y="0"/>
                    </a:moveTo>
                    <a:lnTo>
                      <a:pt x="254544" y="0"/>
                    </a:lnTo>
                    <a:lnTo>
                      <a:pt x="254544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61" name="图形 7">
              <a:extLst>
                <a:ext uri="{FF2B5EF4-FFF2-40B4-BE49-F238E27FC236}">
                  <a16:creationId xmlns:a16="http://schemas.microsoft.com/office/drawing/2014/main" id="{0BA22A28-C740-614A-4023-92C2A99508EC}"/>
                </a:ext>
              </a:extLst>
            </p:cNvPr>
            <p:cNvGrpSpPr/>
            <p:nvPr/>
          </p:nvGrpSpPr>
          <p:grpSpPr>
            <a:xfrm>
              <a:off x="9790" y="3752074"/>
              <a:ext cx="717944" cy="130535"/>
              <a:chOff x="9790" y="3752074"/>
              <a:chExt cx="717944" cy="130535"/>
            </a:xfrm>
            <a:noFill/>
          </p:grpSpPr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2D5D51B2-E2BA-3D29-59E0-BEB05F89AE43}"/>
                  </a:ext>
                </a:extLst>
              </p:cNvPr>
              <p:cNvSpPr/>
              <p:nvPr/>
            </p:nvSpPr>
            <p:spPr>
              <a:xfrm>
                <a:off x="9790" y="3752074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9146F5E0-824D-1A2B-C2E0-244F25CF04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9927" y="3771654"/>
                <a:ext cx="241490" cy="110955"/>
              </a:xfrm>
              <a:custGeom>
                <a:avLst/>
                <a:gdLst>
                  <a:gd name="csX0" fmla="*/ 0 w 241490"/>
                  <a:gd name="csY0" fmla="*/ 0 h 110955"/>
                  <a:gd name="csX1" fmla="*/ 241490 w 241490"/>
                  <a:gd name="csY1" fmla="*/ 0 h 110955"/>
                  <a:gd name="csX2" fmla="*/ 241490 w 241490"/>
                  <a:gd name="csY2" fmla="*/ 110955 h 110955"/>
                  <a:gd name="csX3" fmla="*/ 0 w 241490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1490" h="110955">
                    <a:moveTo>
                      <a:pt x="0" y="0"/>
                    </a:moveTo>
                    <a:lnTo>
                      <a:pt x="241490" y="0"/>
                    </a:lnTo>
                    <a:lnTo>
                      <a:pt x="241490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64" name="图形 7">
              <a:extLst>
                <a:ext uri="{FF2B5EF4-FFF2-40B4-BE49-F238E27FC236}">
                  <a16:creationId xmlns:a16="http://schemas.microsoft.com/office/drawing/2014/main" id="{E9DE60A7-3D55-DDCF-B450-DFB261BB9A81}"/>
                </a:ext>
              </a:extLst>
            </p:cNvPr>
            <p:cNvGrpSpPr/>
            <p:nvPr/>
          </p:nvGrpSpPr>
          <p:grpSpPr>
            <a:xfrm>
              <a:off x="3263" y="3151611"/>
              <a:ext cx="717944" cy="130535"/>
              <a:chOff x="3263" y="3151611"/>
              <a:chExt cx="717944" cy="130535"/>
            </a:xfrm>
            <a:noFill/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BD357D7D-30B4-7341-F287-F79F48254781}"/>
                  </a:ext>
                </a:extLst>
              </p:cNvPr>
              <p:cNvSpPr/>
              <p:nvPr/>
            </p:nvSpPr>
            <p:spPr>
              <a:xfrm>
                <a:off x="3263" y="3151611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66" name="图片 65">
                <a:extLst>
                  <a:ext uri="{FF2B5EF4-FFF2-40B4-BE49-F238E27FC236}">
                    <a16:creationId xmlns:a16="http://schemas.microsoft.com/office/drawing/2014/main" id="{A0D11E3A-7F71-9E3E-2DAF-FF271E9883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4543" y="3171192"/>
                <a:ext cx="450346" cy="110955"/>
              </a:xfrm>
              <a:custGeom>
                <a:avLst/>
                <a:gdLst>
                  <a:gd name="csX0" fmla="*/ 0 w 450346"/>
                  <a:gd name="csY0" fmla="*/ 0 h 110955"/>
                  <a:gd name="csX1" fmla="*/ 450347 w 450346"/>
                  <a:gd name="csY1" fmla="*/ 0 h 110955"/>
                  <a:gd name="csX2" fmla="*/ 450347 w 450346"/>
                  <a:gd name="csY2" fmla="*/ 110955 h 110955"/>
                  <a:gd name="csX3" fmla="*/ 0 w 450346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0346" h="110955">
                    <a:moveTo>
                      <a:pt x="0" y="0"/>
                    </a:moveTo>
                    <a:lnTo>
                      <a:pt x="450347" y="0"/>
                    </a:lnTo>
                    <a:lnTo>
                      <a:pt x="450347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67" name="图形 7">
              <a:extLst>
                <a:ext uri="{FF2B5EF4-FFF2-40B4-BE49-F238E27FC236}">
                  <a16:creationId xmlns:a16="http://schemas.microsoft.com/office/drawing/2014/main" id="{FCF198F3-D48C-0D3A-3ADB-54147C75884A}"/>
                </a:ext>
              </a:extLst>
            </p:cNvPr>
            <p:cNvGrpSpPr/>
            <p:nvPr/>
          </p:nvGrpSpPr>
          <p:grpSpPr>
            <a:xfrm>
              <a:off x="9790" y="3347414"/>
              <a:ext cx="717944" cy="130535"/>
              <a:chOff x="9790" y="3347414"/>
              <a:chExt cx="717944" cy="130535"/>
            </a:xfrm>
            <a:noFill/>
          </p:grpSpPr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A1920977-73AB-ECB4-2C52-048DD7A4C35C}"/>
                  </a:ext>
                </a:extLst>
              </p:cNvPr>
              <p:cNvSpPr/>
              <p:nvPr/>
            </p:nvSpPr>
            <p:spPr>
              <a:xfrm>
                <a:off x="9790" y="3347414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ED4F758F-34CA-8C0A-959F-06E20E43A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1910" y="3366995"/>
                <a:ext cx="489507" cy="110955"/>
              </a:xfrm>
              <a:custGeom>
                <a:avLst/>
                <a:gdLst>
                  <a:gd name="csX0" fmla="*/ 0 w 489507"/>
                  <a:gd name="csY0" fmla="*/ 0 h 110955"/>
                  <a:gd name="csX1" fmla="*/ 489508 w 489507"/>
                  <a:gd name="csY1" fmla="*/ 0 h 110955"/>
                  <a:gd name="csX2" fmla="*/ 489508 w 489507"/>
                  <a:gd name="csY2" fmla="*/ 110955 h 110955"/>
                  <a:gd name="csX3" fmla="*/ 0 w 489507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9507" h="110955">
                    <a:moveTo>
                      <a:pt x="0" y="0"/>
                    </a:moveTo>
                    <a:lnTo>
                      <a:pt x="489508" y="0"/>
                    </a:lnTo>
                    <a:lnTo>
                      <a:pt x="489508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70" name="图形 7">
              <a:extLst>
                <a:ext uri="{FF2B5EF4-FFF2-40B4-BE49-F238E27FC236}">
                  <a16:creationId xmlns:a16="http://schemas.microsoft.com/office/drawing/2014/main" id="{12801C4A-FFAF-A0A2-8692-F913E621AAAE}"/>
                </a:ext>
              </a:extLst>
            </p:cNvPr>
            <p:cNvGrpSpPr/>
            <p:nvPr/>
          </p:nvGrpSpPr>
          <p:grpSpPr>
            <a:xfrm>
              <a:off x="4023751" y="2368399"/>
              <a:ext cx="587408" cy="130535"/>
              <a:chOff x="4023751" y="2368399"/>
              <a:chExt cx="587408" cy="130535"/>
            </a:xfrm>
            <a:noFill/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EF0E4852-074E-B2E0-DFDB-D744DC6FFE07}"/>
                  </a:ext>
                </a:extLst>
              </p:cNvPr>
              <p:cNvSpPr/>
              <p:nvPr/>
            </p:nvSpPr>
            <p:spPr>
              <a:xfrm>
                <a:off x="4023751" y="2368399"/>
                <a:ext cx="587408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72" name="图片 71">
                <a:extLst>
                  <a:ext uri="{FF2B5EF4-FFF2-40B4-BE49-F238E27FC236}">
                    <a16:creationId xmlns:a16="http://schemas.microsoft.com/office/drawing/2014/main" id="{F99608E8-27F2-9FDE-4C5A-AEF9CDE59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33541" y="2387980"/>
                <a:ext cx="385079" cy="110955"/>
              </a:xfrm>
              <a:custGeom>
                <a:avLst/>
                <a:gdLst>
                  <a:gd name="csX0" fmla="*/ 0 w 385079"/>
                  <a:gd name="csY0" fmla="*/ 0 h 110955"/>
                  <a:gd name="csX1" fmla="*/ 385079 w 385079"/>
                  <a:gd name="csY1" fmla="*/ 0 h 110955"/>
                  <a:gd name="csX2" fmla="*/ 385079 w 385079"/>
                  <a:gd name="csY2" fmla="*/ 110955 h 110955"/>
                  <a:gd name="csX3" fmla="*/ 0 w 385079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85079" h="110955">
                    <a:moveTo>
                      <a:pt x="0" y="0"/>
                    </a:moveTo>
                    <a:lnTo>
                      <a:pt x="385079" y="0"/>
                    </a:lnTo>
                    <a:lnTo>
                      <a:pt x="385079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73" name="图形 7">
              <a:extLst>
                <a:ext uri="{FF2B5EF4-FFF2-40B4-BE49-F238E27FC236}">
                  <a16:creationId xmlns:a16="http://schemas.microsoft.com/office/drawing/2014/main" id="{C1F23FE9-C726-E747-22F4-CBBD8B578DF3}"/>
                </a:ext>
              </a:extLst>
            </p:cNvPr>
            <p:cNvGrpSpPr/>
            <p:nvPr/>
          </p:nvGrpSpPr>
          <p:grpSpPr>
            <a:xfrm>
              <a:off x="6569190" y="2466301"/>
              <a:ext cx="456873" cy="130535"/>
              <a:chOff x="6569190" y="2466301"/>
              <a:chExt cx="456873" cy="130535"/>
            </a:xfrm>
            <a:noFill/>
          </p:grpSpPr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4CDCFDC6-1612-AF26-D9EC-640C5AD5A57C}"/>
                  </a:ext>
                </a:extLst>
              </p:cNvPr>
              <p:cNvSpPr/>
              <p:nvPr/>
            </p:nvSpPr>
            <p:spPr>
              <a:xfrm>
                <a:off x="6569190" y="2466301"/>
                <a:ext cx="456873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75" name="图片 74">
                <a:extLst>
                  <a:ext uri="{FF2B5EF4-FFF2-40B4-BE49-F238E27FC236}">
                    <a16:creationId xmlns:a16="http://schemas.microsoft.com/office/drawing/2014/main" id="{295A844F-8AE0-41AD-8A6B-1DF4ADDD8F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578980" y="2485881"/>
                <a:ext cx="319811" cy="110955"/>
              </a:xfrm>
              <a:custGeom>
                <a:avLst/>
                <a:gdLst>
                  <a:gd name="csX0" fmla="*/ 0 w 319811"/>
                  <a:gd name="csY0" fmla="*/ 0 h 110955"/>
                  <a:gd name="csX1" fmla="*/ 319812 w 319811"/>
                  <a:gd name="csY1" fmla="*/ 0 h 110955"/>
                  <a:gd name="csX2" fmla="*/ 319812 w 319811"/>
                  <a:gd name="csY2" fmla="*/ 110955 h 110955"/>
                  <a:gd name="csX3" fmla="*/ 0 w 319811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9811" h="110955">
                    <a:moveTo>
                      <a:pt x="0" y="0"/>
                    </a:moveTo>
                    <a:lnTo>
                      <a:pt x="319812" y="0"/>
                    </a:lnTo>
                    <a:lnTo>
                      <a:pt x="319812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76" name="图形 7">
              <a:extLst>
                <a:ext uri="{FF2B5EF4-FFF2-40B4-BE49-F238E27FC236}">
                  <a16:creationId xmlns:a16="http://schemas.microsoft.com/office/drawing/2014/main" id="{CE0F2C0A-E402-7693-A58B-5EB875BDAFB1}"/>
                </a:ext>
              </a:extLst>
            </p:cNvPr>
            <p:cNvGrpSpPr/>
            <p:nvPr/>
          </p:nvGrpSpPr>
          <p:grpSpPr>
            <a:xfrm>
              <a:off x="5851246" y="2466301"/>
              <a:ext cx="717944" cy="130535"/>
              <a:chOff x="5851246" y="2466301"/>
              <a:chExt cx="717944" cy="130535"/>
            </a:xfrm>
            <a:noFill/>
          </p:grpSpPr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BF549687-C72E-5E79-6CF8-8CF28A0253F0}"/>
                  </a:ext>
                </a:extLst>
              </p:cNvPr>
              <p:cNvSpPr/>
              <p:nvPr/>
            </p:nvSpPr>
            <p:spPr>
              <a:xfrm>
                <a:off x="5851246" y="2466301"/>
                <a:ext cx="71794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78" name="图片 77">
                <a:extLst>
                  <a:ext uri="{FF2B5EF4-FFF2-40B4-BE49-F238E27FC236}">
                    <a16:creationId xmlns:a16="http://schemas.microsoft.com/office/drawing/2014/main" id="{6C7ADFEF-B0F0-4177-8DBB-65B70E3BCF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61036" y="2485881"/>
                <a:ext cx="430766" cy="110955"/>
              </a:xfrm>
              <a:custGeom>
                <a:avLst/>
                <a:gdLst>
                  <a:gd name="csX0" fmla="*/ 0 w 430766"/>
                  <a:gd name="csY0" fmla="*/ 0 h 110955"/>
                  <a:gd name="csX1" fmla="*/ 430767 w 430766"/>
                  <a:gd name="csY1" fmla="*/ 0 h 110955"/>
                  <a:gd name="csX2" fmla="*/ 430767 w 430766"/>
                  <a:gd name="csY2" fmla="*/ 110955 h 110955"/>
                  <a:gd name="csX3" fmla="*/ 0 w 430766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30766" h="110955">
                    <a:moveTo>
                      <a:pt x="0" y="0"/>
                    </a:moveTo>
                    <a:lnTo>
                      <a:pt x="430767" y="0"/>
                    </a:lnTo>
                    <a:lnTo>
                      <a:pt x="430767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79" name="图形 7">
              <a:extLst>
                <a:ext uri="{FF2B5EF4-FFF2-40B4-BE49-F238E27FC236}">
                  <a16:creationId xmlns:a16="http://schemas.microsoft.com/office/drawing/2014/main" id="{EA7E128F-4A6E-C5D8-6CD2-2E501017FEEE}"/>
                </a:ext>
              </a:extLst>
            </p:cNvPr>
            <p:cNvGrpSpPr/>
            <p:nvPr/>
          </p:nvGrpSpPr>
          <p:grpSpPr>
            <a:xfrm>
              <a:off x="4578526" y="3739020"/>
              <a:ext cx="979014" cy="130535"/>
              <a:chOff x="4578526" y="3739020"/>
              <a:chExt cx="979014" cy="130535"/>
            </a:xfrm>
            <a:noFill/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34A645A7-A2A7-9AAE-0446-89B0106B5CC7}"/>
                  </a:ext>
                </a:extLst>
              </p:cNvPr>
              <p:cNvSpPr/>
              <p:nvPr/>
            </p:nvSpPr>
            <p:spPr>
              <a:xfrm>
                <a:off x="4578526" y="3739020"/>
                <a:ext cx="979014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81" name="图片 80">
                <a:extLst>
                  <a:ext uri="{FF2B5EF4-FFF2-40B4-BE49-F238E27FC236}">
                    <a16:creationId xmlns:a16="http://schemas.microsoft.com/office/drawing/2014/main" id="{F51456DE-21BC-558A-C708-AFF14ACE0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96008" y="3758601"/>
                <a:ext cx="737524" cy="110955"/>
              </a:xfrm>
              <a:custGeom>
                <a:avLst/>
                <a:gdLst>
                  <a:gd name="csX0" fmla="*/ 0 w 737524"/>
                  <a:gd name="csY0" fmla="*/ 0 h 110955"/>
                  <a:gd name="csX1" fmla="*/ 737525 w 737524"/>
                  <a:gd name="csY1" fmla="*/ 0 h 110955"/>
                  <a:gd name="csX2" fmla="*/ 737525 w 737524"/>
                  <a:gd name="csY2" fmla="*/ 110955 h 110955"/>
                  <a:gd name="csX3" fmla="*/ 0 w 737524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7524" h="110955">
                    <a:moveTo>
                      <a:pt x="0" y="0"/>
                    </a:moveTo>
                    <a:lnTo>
                      <a:pt x="737525" y="0"/>
                    </a:lnTo>
                    <a:lnTo>
                      <a:pt x="737525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82" name="图形 7">
              <a:extLst>
                <a:ext uri="{FF2B5EF4-FFF2-40B4-BE49-F238E27FC236}">
                  <a16:creationId xmlns:a16="http://schemas.microsoft.com/office/drawing/2014/main" id="{CC168672-AF70-469F-490A-E142591A1CFB}"/>
                </a:ext>
              </a:extLst>
            </p:cNvPr>
            <p:cNvGrpSpPr/>
            <p:nvPr/>
          </p:nvGrpSpPr>
          <p:grpSpPr>
            <a:xfrm>
              <a:off x="6928162" y="3282147"/>
              <a:ext cx="913747" cy="130535"/>
              <a:chOff x="6928162" y="3282147"/>
              <a:chExt cx="913747" cy="130535"/>
            </a:xfrm>
            <a:noFill/>
          </p:grpSpPr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E5A8D89E-BAF8-8FE0-B6D4-CF29E7301AE0}"/>
                  </a:ext>
                </a:extLst>
              </p:cNvPr>
              <p:cNvSpPr/>
              <p:nvPr/>
            </p:nvSpPr>
            <p:spPr>
              <a:xfrm>
                <a:off x="6928162" y="3282147"/>
                <a:ext cx="913747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84" name="图片 83">
                <a:extLst>
                  <a:ext uri="{FF2B5EF4-FFF2-40B4-BE49-F238E27FC236}">
                    <a16:creationId xmlns:a16="http://schemas.microsoft.com/office/drawing/2014/main" id="{F88CDEB9-5EDB-5543-923C-C8E35BCFB0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84805" y="3301727"/>
                <a:ext cx="593935" cy="110955"/>
              </a:xfrm>
              <a:custGeom>
                <a:avLst/>
                <a:gdLst>
                  <a:gd name="csX0" fmla="*/ 0 w 593935"/>
                  <a:gd name="csY0" fmla="*/ 0 h 110955"/>
                  <a:gd name="csX1" fmla="*/ 593936 w 593935"/>
                  <a:gd name="csY1" fmla="*/ 0 h 110955"/>
                  <a:gd name="csX2" fmla="*/ 593936 w 593935"/>
                  <a:gd name="csY2" fmla="*/ 110955 h 110955"/>
                  <a:gd name="csX3" fmla="*/ 0 w 593935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93935" h="110955">
                    <a:moveTo>
                      <a:pt x="0" y="0"/>
                    </a:moveTo>
                    <a:lnTo>
                      <a:pt x="593936" y="0"/>
                    </a:lnTo>
                    <a:lnTo>
                      <a:pt x="593936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86" name="图形 7">
              <a:extLst>
                <a:ext uri="{FF2B5EF4-FFF2-40B4-BE49-F238E27FC236}">
                  <a16:creationId xmlns:a16="http://schemas.microsoft.com/office/drawing/2014/main" id="{3271AA56-480D-094E-0B77-9B91353F82C1}"/>
                </a:ext>
              </a:extLst>
            </p:cNvPr>
            <p:cNvGrpSpPr/>
            <p:nvPr/>
          </p:nvGrpSpPr>
          <p:grpSpPr>
            <a:xfrm>
              <a:off x="8364051" y="3086344"/>
              <a:ext cx="783211" cy="130535"/>
              <a:chOff x="8364051" y="3086344"/>
              <a:chExt cx="783211" cy="130535"/>
            </a:xfrm>
            <a:noFill/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988D39BF-D1E4-590F-D31A-D7FC00AE861A}"/>
                  </a:ext>
                </a:extLst>
              </p:cNvPr>
              <p:cNvSpPr/>
              <p:nvPr/>
            </p:nvSpPr>
            <p:spPr>
              <a:xfrm>
                <a:off x="8364051" y="3086344"/>
                <a:ext cx="783211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88" name="图片 87">
                <a:extLst>
                  <a:ext uri="{FF2B5EF4-FFF2-40B4-BE49-F238E27FC236}">
                    <a16:creationId xmlns:a16="http://schemas.microsoft.com/office/drawing/2014/main" id="{D244738A-02E5-E497-1BD8-CF61B3CE6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507640" y="3105924"/>
                <a:ext cx="489507" cy="110955"/>
              </a:xfrm>
              <a:custGeom>
                <a:avLst/>
                <a:gdLst>
                  <a:gd name="csX0" fmla="*/ 0 w 489507"/>
                  <a:gd name="csY0" fmla="*/ 0 h 110955"/>
                  <a:gd name="csX1" fmla="*/ 489508 w 489507"/>
                  <a:gd name="csY1" fmla="*/ 0 h 110955"/>
                  <a:gd name="csX2" fmla="*/ 489508 w 489507"/>
                  <a:gd name="csY2" fmla="*/ 110955 h 110955"/>
                  <a:gd name="csX3" fmla="*/ 0 w 489507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9507" h="110955">
                    <a:moveTo>
                      <a:pt x="0" y="0"/>
                    </a:moveTo>
                    <a:lnTo>
                      <a:pt x="489508" y="0"/>
                    </a:lnTo>
                    <a:lnTo>
                      <a:pt x="489508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grpSp>
          <p:nvGrpSpPr>
            <p:cNvPr id="89" name="图形 7">
              <a:extLst>
                <a:ext uri="{FF2B5EF4-FFF2-40B4-BE49-F238E27FC236}">
                  <a16:creationId xmlns:a16="http://schemas.microsoft.com/office/drawing/2014/main" id="{CE8C489A-A860-2F3F-46EA-5892DA39A5F9}"/>
                </a:ext>
              </a:extLst>
            </p:cNvPr>
            <p:cNvGrpSpPr/>
            <p:nvPr/>
          </p:nvGrpSpPr>
          <p:grpSpPr>
            <a:xfrm>
              <a:off x="4839597" y="3282147"/>
              <a:ext cx="913747" cy="130535"/>
              <a:chOff x="4839597" y="3282147"/>
              <a:chExt cx="913747" cy="130535"/>
            </a:xfrm>
            <a:noFill/>
          </p:grpSpPr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B42D3014-1158-B8D2-4C86-41FE12B7AB18}"/>
                  </a:ext>
                </a:extLst>
              </p:cNvPr>
              <p:cNvSpPr/>
              <p:nvPr/>
            </p:nvSpPr>
            <p:spPr>
              <a:xfrm>
                <a:off x="4839597" y="3282147"/>
                <a:ext cx="913747" cy="130535"/>
              </a:xfrm>
              <a:prstGeom prst="rect">
                <a:avLst/>
              </a:prstGeom>
              <a:noFill/>
              <a:ln w="6527" cap="flat">
                <a:noFill/>
                <a:prstDash val="solid"/>
                <a:miter/>
              </a:ln>
            </p:spPr>
          </p:sp>
          <p:pic>
            <p:nvPicPr>
              <p:cNvPr id="91" name="图片 90">
                <a:extLst>
                  <a:ext uri="{FF2B5EF4-FFF2-40B4-BE49-F238E27FC236}">
                    <a16:creationId xmlns:a16="http://schemas.microsoft.com/office/drawing/2014/main" id="{DB884553-BCB4-5E6F-D64E-4572458BAE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25610" y="3301727"/>
                <a:ext cx="535194" cy="110955"/>
              </a:xfrm>
              <a:custGeom>
                <a:avLst/>
                <a:gdLst>
                  <a:gd name="csX0" fmla="*/ 0 w 535194"/>
                  <a:gd name="csY0" fmla="*/ 0 h 110955"/>
                  <a:gd name="csX1" fmla="*/ 535195 w 535194"/>
                  <a:gd name="csY1" fmla="*/ 0 h 110955"/>
                  <a:gd name="csX2" fmla="*/ 535195 w 535194"/>
                  <a:gd name="csY2" fmla="*/ 110955 h 110955"/>
                  <a:gd name="csX3" fmla="*/ 0 w 535194"/>
                  <a:gd name="csY3" fmla="*/ 110955 h 11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5194" h="110955">
                    <a:moveTo>
                      <a:pt x="0" y="0"/>
                    </a:moveTo>
                    <a:lnTo>
                      <a:pt x="535195" y="0"/>
                    </a:lnTo>
                    <a:lnTo>
                      <a:pt x="535195" y="110955"/>
                    </a:lnTo>
                    <a:lnTo>
                      <a:pt x="0" y="110955"/>
                    </a:lnTo>
                    <a:close/>
                  </a:path>
                </a:pathLst>
              </a:custGeom>
            </p:spPr>
          </p:pic>
        </p:grp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A6C963C1-7691-C2DA-478C-384244A4A73D}"/>
                </a:ext>
              </a:extLst>
            </p:cNvPr>
            <p:cNvSpPr/>
            <p:nvPr/>
          </p:nvSpPr>
          <p:spPr>
            <a:xfrm>
              <a:off x="727734" y="3817342"/>
              <a:ext cx="719249" cy="1957"/>
            </a:xfrm>
            <a:custGeom>
              <a:avLst/>
              <a:gdLst>
                <a:gd name="csX0" fmla="*/ 1 w 719249"/>
                <a:gd name="csY0" fmla="*/ 1 h 1957"/>
                <a:gd name="csX1" fmla="*/ 359625 w 719249"/>
                <a:gd name="csY1" fmla="*/ 1 h 1957"/>
                <a:gd name="csX2" fmla="*/ 719250 w 719249"/>
                <a:gd name="csY2" fmla="*/ 1958 h 1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19249" h="1957">
                  <a:moveTo>
                    <a:pt x="1" y="1"/>
                  </a:moveTo>
                  <a:lnTo>
                    <a:pt x="359625" y="1"/>
                  </a:lnTo>
                  <a:lnTo>
                    <a:pt x="719250" y="1958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3185B84A-AD28-9BE0-02D4-6F4489B070D6}"/>
                </a:ext>
              </a:extLst>
            </p:cNvPr>
            <p:cNvSpPr/>
            <p:nvPr/>
          </p:nvSpPr>
          <p:spPr>
            <a:xfrm>
              <a:off x="721207" y="3216879"/>
              <a:ext cx="724471" cy="6526"/>
            </a:xfrm>
            <a:custGeom>
              <a:avLst/>
              <a:gdLst>
                <a:gd name="csX0" fmla="*/ 1 w 724471"/>
                <a:gd name="csY0" fmla="*/ 1 h 6526"/>
                <a:gd name="csX1" fmla="*/ 267598 w 724471"/>
                <a:gd name="csY1" fmla="*/ 1 h 6526"/>
                <a:gd name="csX2" fmla="*/ 724472 w 724471"/>
                <a:gd name="csY2" fmla="*/ 1 h 6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4471" h="6526">
                  <a:moveTo>
                    <a:pt x="1" y="1"/>
                  </a:moveTo>
                  <a:lnTo>
                    <a:pt x="267598" y="1"/>
                  </a:lnTo>
                  <a:lnTo>
                    <a:pt x="724472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A10BCEBD-DC72-C10E-CB73-BB07B5F81ACB}"/>
                </a:ext>
              </a:extLst>
            </p:cNvPr>
            <p:cNvSpPr/>
            <p:nvPr/>
          </p:nvSpPr>
          <p:spPr>
            <a:xfrm>
              <a:off x="727734" y="3412682"/>
              <a:ext cx="717944" cy="6526"/>
            </a:xfrm>
            <a:custGeom>
              <a:avLst/>
              <a:gdLst>
                <a:gd name="csX0" fmla="*/ 1 w 717944"/>
                <a:gd name="csY0" fmla="*/ 1 h 6526"/>
                <a:gd name="csX1" fmla="*/ 717945 w 717944"/>
                <a:gd name="csY1" fmla="*/ 1 h 6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7944" h="6526">
                  <a:moveTo>
                    <a:pt x="1" y="1"/>
                  </a:moveTo>
                  <a:lnTo>
                    <a:pt x="717945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BAB19924-5E9C-F5C5-3662-E6D650BEE65F}"/>
                </a:ext>
              </a:extLst>
            </p:cNvPr>
            <p:cNvSpPr/>
            <p:nvPr/>
          </p:nvSpPr>
          <p:spPr>
            <a:xfrm>
              <a:off x="4317456" y="2498935"/>
              <a:ext cx="6526" cy="391606"/>
            </a:xfrm>
            <a:custGeom>
              <a:avLst/>
              <a:gdLst>
                <a:gd name="csX0" fmla="*/ 1 w 6526"/>
                <a:gd name="csY0" fmla="*/ 1 h 391606"/>
                <a:gd name="csX1" fmla="*/ 1 w 6526"/>
                <a:gd name="csY1" fmla="*/ 391607 h 3916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26" h="391606">
                  <a:moveTo>
                    <a:pt x="1" y="1"/>
                  </a:moveTo>
                  <a:lnTo>
                    <a:pt x="1" y="391607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95087D59-3758-F6D0-87EE-E46960D25A6C}"/>
                </a:ext>
              </a:extLst>
            </p:cNvPr>
            <p:cNvSpPr/>
            <p:nvPr/>
          </p:nvSpPr>
          <p:spPr>
            <a:xfrm>
              <a:off x="6797627" y="2596836"/>
              <a:ext cx="6526" cy="228436"/>
            </a:xfrm>
            <a:custGeom>
              <a:avLst/>
              <a:gdLst>
                <a:gd name="csX0" fmla="*/ 1 w 6526"/>
                <a:gd name="csY0" fmla="*/ 1 h 228436"/>
                <a:gd name="csX1" fmla="*/ 1 w 6526"/>
                <a:gd name="csY1" fmla="*/ 32634 h 228436"/>
                <a:gd name="csX2" fmla="*/ 1 w 6526"/>
                <a:gd name="csY2" fmla="*/ 228437 h 228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526" h="228436">
                  <a:moveTo>
                    <a:pt x="1" y="1"/>
                  </a:moveTo>
                  <a:lnTo>
                    <a:pt x="1" y="32634"/>
                  </a:lnTo>
                  <a:lnTo>
                    <a:pt x="1" y="228437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A8D43BA9-7689-8C64-8648-FF0FECDFE6D7}"/>
                </a:ext>
              </a:extLst>
            </p:cNvPr>
            <p:cNvSpPr/>
            <p:nvPr/>
          </p:nvSpPr>
          <p:spPr>
            <a:xfrm>
              <a:off x="5981781" y="2596836"/>
              <a:ext cx="32633" cy="228436"/>
            </a:xfrm>
            <a:custGeom>
              <a:avLst/>
              <a:gdLst>
                <a:gd name="csX0" fmla="*/ 32634 w 32633"/>
                <a:gd name="csY0" fmla="*/ 1 h 228436"/>
                <a:gd name="csX1" fmla="*/ 32634 w 32633"/>
                <a:gd name="csY1" fmla="*/ 228437 h 228436"/>
                <a:gd name="csX2" fmla="*/ 1 w 32633"/>
                <a:gd name="csY2" fmla="*/ 228437 h 228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2633" h="228436">
                  <a:moveTo>
                    <a:pt x="32634" y="1"/>
                  </a:moveTo>
                  <a:lnTo>
                    <a:pt x="32634" y="228437"/>
                  </a:lnTo>
                  <a:lnTo>
                    <a:pt x="1" y="228437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2EBB495F-44C6-CE13-CB79-3A9404F5389E}"/>
                </a:ext>
              </a:extLst>
            </p:cNvPr>
            <p:cNvSpPr/>
            <p:nvPr/>
          </p:nvSpPr>
          <p:spPr>
            <a:xfrm>
              <a:off x="4839597" y="2107329"/>
              <a:ext cx="2870994" cy="1109550"/>
            </a:xfrm>
            <a:custGeom>
              <a:avLst/>
              <a:gdLst>
                <a:gd name="csX0" fmla="*/ 1 w 2870994"/>
                <a:gd name="csY0" fmla="*/ 1109551 h 1109550"/>
                <a:gd name="csX1" fmla="*/ 587410 w 2870994"/>
                <a:gd name="csY1" fmla="*/ 1109551 h 1109550"/>
                <a:gd name="csX2" fmla="*/ 587410 w 2870994"/>
                <a:gd name="csY2" fmla="*/ 1 h 1109550"/>
                <a:gd name="csX3" fmla="*/ 2741243 w 2870994"/>
                <a:gd name="csY3" fmla="*/ 1 h 1109550"/>
                <a:gd name="csX4" fmla="*/ 2741243 w 2870994"/>
                <a:gd name="csY4" fmla="*/ 992069 h 1109550"/>
                <a:gd name="csX5" fmla="*/ 2870995 w 2870994"/>
                <a:gd name="csY5" fmla="*/ 992069 h 11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870994" h="1109550">
                  <a:moveTo>
                    <a:pt x="1" y="1109551"/>
                  </a:moveTo>
                  <a:lnTo>
                    <a:pt x="587410" y="1109551"/>
                  </a:lnTo>
                  <a:lnTo>
                    <a:pt x="587410" y="1"/>
                  </a:lnTo>
                  <a:lnTo>
                    <a:pt x="2741243" y="1"/>
                  </a:lnTo>
                  <a:lnTo>
                    <a:pt x="2741243" y="992069"/>
                  </a:lnTo>
                  <a:lnTo>
                    <a:pt x="2870995" y="992069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6CD1543A-78E3-8F74-0261-C2418F1938C8}"/>
                </a:ext>
              </a:extLst>
            </p:cNvPr>
            <p:cNvSpPr/>
            <p:nvPr/>
          </p:nvSpPr>
          <p:spPr>
            <a:xfrm>
              <a:off x="2751032" y="3608485"/>
              <a:ext cx="3654989" cy="97901"/>
            </a:xfrm>
            <a:custGeom>
              <a:avLst/>
              <a:gdLst>
                <a:gd name="csX0" fmla="*/ 1 w 3654989"/>
                <a:gd name="csY0" fmla="*/ 97902 h 97901"/>
                <a:gd name="csX1" fmla="*/ 3459187 w 3654989"/>
                <a:gd name="csY1" fmla="*/ 97902 h 97901"/>
                <a:gd name="csX2" fmla="*/ 3459187 w 3654989"/>
                <a:gd name="csY2" fmla="*/ 1 h 97901"/>
                <a:gd name="csX3" fmla="*/ 3654990 w 3654989"/>
                <a:gd name="csY3" fmla="*/ 1 h 9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54989" h="97901">
                  <a:moveTo>
                    <a:pt x="1" y="97902"/>
                  </a:moveTo>
                  <a:lnTo>
                    <a:pt x="3459187" y="97902"/>
                  </a:lnTo>
                  <a:lnTo>
                    <a:pt x="3459187" y="1"/>
                  </a:lnTo>
                  <a:lnTo>
                    <a:pt x="3654990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B5FEB2ED-8BAB-972C-8EEC-7B30739B9710}"/>
                </a:ext>
              </a:extLst>
            </p:cNvPr>
            <p:cNvSpPr/>
            <p:nvPr/>
          </p:nvSpPr>
          <p:spPr>
            <a:xfrm>
              <a:off x="793002" y="2564202"/>
              <a:ext cx="652676" cy="6526"/>
            </a:xfrm>
            <a:custGeom>
              <a:avLst/>
              <a:gdLst>
                <a:gd name="csX0" fmla="*/ 1 w 652676"/>
                <a:gd name="csY0" fmla="*/ 1 h 6526"/>
                <a:gd name="csX1" fmla="*/ 652677 w 652676"/>
                <a:gd name="csY1" fmla="*/ 1 h 6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2676" h="6526">
                  <a:moveTo>
                    <a:pt x="1" y="1"/>
                  </a:moveTo>
                  <a:lnTo>
                    <a:pt x="652677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1" name="任意多边形: 形状 100">
              <a:extLst>
                <a:ext uri="{FF2B5EF4-FFF2-40B4-BE49-F238E27FC236}">
                  <a16:creationId xmlns:a16="http://schemas.microsoft.com/office/drawing/2014/main" id="{A26BE58B-A536-DBC6-08F5-C7813764C4C2}"/>
                </a:ext>
              </a:extLst>
            </p:cNvPr>
            <p:cNvSpPr/>
            <p:nvPr/>
          </p:nvSpPr>
          <p:spPr>
            <a:xfrm>
              <a:off x="793002" y="2760005"/>
              <a:ext cx="655287" cy="1240"/>
            </a:xfrm>
            <a:custGeom>
              <a:avLst/>
              <a:gdLst>
                <a:gd name="csX0" fmla="*/ 1 w 655287"/>
                <a:gd name="csY0" fmla="*/ 1 h 1240"/>
                <a:gd name="csX1" fmla="*/ 327644 w 655287"/>
                <a:gd name="csY1" fmla="*/ 1 h 1240"/>
                <a:gd name="csX2" fmla="*/ 655288 w 655287"/>
                <a:gd name="csY2" fmla="*/ 1241 h 12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55287" h="1240">
                  <a:moveTo>
                    <a:pt x="1" y="1"/>
                  </a:moveTo>
                  <a:lnTo>
                    <a:pt x="327644" y="1"/>
                  </a:lnTo>
                  <a:lnTo>
                    <a:pt x="655288" y="124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3BB9C81A-63ED-89D9-CF5F-E5BCD57813FB}"/>
                </a:ext>
              </a:extLst>
            </p:cNvPr>
            <p:cNvSpPr/>
            <p:nvPr/>
          </p:nvSpPr>
          <p:spPr>
            <a:xfrm>
              <a:off x="793002" y="2954307"/>
              <a:ext cx="652676" cy="1501"/>
            </a:xfrm>
            <a:custGeom>
              <a:avLst/>
              <a:gdLst>
                <a:gd name="csX0" fmla="*/ 1 w 652676"/>
                <a:gd name="csY0" fmla="*/ 1502 h 1501"/>
                <a:gd name="csX1" fmla="*/ 326339 w 652676"/>
                <a:gd name="csY1" fmla="*/ 1502 h 1501"/>
                <a:gd name="csX2" fmla="*/ 652677 w 652676"/>
                <a:gd name="csY2" fmla="*/ 1 h 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52676" h="1501">
                  <a:moveTo>
                    <a:pt x="1" y="1502"/>
                  </a:moveTo>
                  <a:lnTo>
                    <a:pt x="326339" y="1502"/>
                  </a:lnTo>
                  <a:lnTo>
                    <a:pt x="652677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BE70AC84-6798-F618-E47A-568A293761C7}"/>
                </a:ext>
              </a:extLst>
            </p:cNvPr>
            <p:cNvSpPr/>
            <p:nvPr/>
          </p:nvSpPr>
          <p:spPr>
            <a:xfrm>
              <a:off x="721207" y="3624345"/>
              <a:ext cx="727081" cy="3720"/>
            </a:xfrm>
            <a:custGeom>
              <a:avLst/>
              <a:gdLst>
                <a:gd name="csX0" fmla="*/ 1 w 727081"/>
                <a:gd name="csY0" fmla="*/ 3721 h 3720"/>
                <a:gd name="csX1" fmla="*/ 363541 w 727081"/>
                <a:gd name="csY1" fmla="*/ 3721 h 3720"/>
                <a:gd name="csX2" fmla="*/ 727082 w 727081"/>
                <a:gd name="csY2" fmla="*/ 1 h 3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7081" h="3720">
                  <a:moveTo>
                    <a:pt x="1" y="3721"/>
                  </a:moveTo>
                  <a:lnTo>
                    <a:pt x="363541" y="3721"/>
                  </a:lnTo>
                  <a:lnTo>
                    <a:pt x="727082" y="1"/>
                  </a:lnTo>
                </a:path>
              </a:pathLst>
            </a:custGeom>
            <a:noFill/>
            <a:ln w="6527" cap="flat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炜烨 谭</cp:lastModifiedBy>
  <cp:revision>3</cp:revision>
  <dcterms:created xsi:type="dcterms:W3CDTF">2013-01-27T09:14:16Z</dcterms:created>
  <dcterms:modified xsi:type="dcterms:W3CDTF">2026-05-23T08:55:23Z</dcterms:modified>
  <cp:category/>
</cp:coreProperties>
</file>